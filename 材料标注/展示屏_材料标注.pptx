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PP-/材料标注/展示屏_效果图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59662" y="1852292"/>
            <a:ext cx="0" cy="858379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913942" y="2664952"/>
            <a:ext cx="91440" cy="91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62382" y="1331627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白色乳胶漆</a:t>
            </a:r>
            <a:endParaRPr lang="en-US" sz="13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LATEX PAINT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80302" y="1517976"/>
            <a:ext cx="0" cy="2096253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34582" y="3568509"/>
            <a:ext cx="91440" cy="91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83022" y="99731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玻璃隔断+贴膜</a:t>
            </a:r>
            <a:endParaRPr lang="en-US" sz="13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PARTITION + FILM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968673" y="1355336"/>
            <a:ext cx="0" cy="858379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22953" y="2167995"/>
            <a:ext cx="91440" cy="91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71393" y="83467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金属板</a:t>
            </a:r>
            <a:endParaRPr lang="en-US" sz="13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PANEL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174938" y="6035763"/>
            <a:ext cx="0" cy="415636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29218" y="5990043"/>
            <a:ext cx="91440" cy="91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77658" y="646947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地毯</a:t>
            </a:r>
            <a:endParaRPr lang="en-US" sz="13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2026-07-28T10:12:32Z</dcterms:created>
  <dcterms:modified xsi:type="dcterms:W3CDTF">2026-07-28T10:12:32Z</dcterms:modified>
</cp:coreProperties>
</file>